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A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6FB9">
              <a:alpha val="7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DA3D9">
              <a:alpha val="55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TELIS FINANZ AG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Kommunikations-Dashboard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Erstpräsentation für die Führungsebene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Anfragen aus E-Mail, Telefon, WhatsApp &amp; Instagram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zentral verwaltet, KI-gestützt beantwortet.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· Stand: Februar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Herausforderung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Makler jonglieren täglich Anfragen aus vier verschiedenen Kanälen – ohne zentrales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938528" cy="21945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1938528" cy="54864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733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221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Inbox-Überflutung,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kein Überblick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938528" cy="21945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508760"/>
            <a:ext cx="1938528" cy="5486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6733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14600" y="2221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578608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Notizen gehen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verloren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1938528" cy="21945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508760"/>
            <a:ext cx="1938528" cy="5486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733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2221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2578608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Keine Trennung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von Privat &amp; Geschäft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1938528" cy="21945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508760"/>
            <a:ext cx="1938528" cy="5486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67335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12280" y="22219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578608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DMs bleiben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unbeantwortet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004A7C"/>
          </a:solidFill>
          <a:ln w="12700">
            <a:solidFill>
              <a:srgbClr val="004A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599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Resultat: Antwortzeiten steigen, Mandantenzufriedenheit sinkt, Fehler häufen sich.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Lösung: Das Kommunikations-Dashboard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5588" y="1435608"/>
            <a:ext cx="694944" cy="694944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5588" y="1472184"/>
            <a:ext cx="694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228600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Übersicht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Alle Kanäle in einem 3-Spalten-Layout. Kein Tab-Wechsel, keine verlorenen Nachrichten.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55948" y="1435608"/>
            <a:ext cx="694944" cy="694944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5948" y="1472184"/>
            <a:ext cx="694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19272" y="228600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Antworten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GPT-4o-mini generiert sofort professionelle Antwortentwürfe – anpassbar auf Knopfdruck.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36308" y="1435608"/>
            <a:ext cx="694944" cy="694944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6308" y="1472184"/>
            <a:ext cx="6949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9632" y="228600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Strukturierter Workflow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Automatische Aktionspläne pro Kategorie führen Makler Schritt für Schritt durch jeden Fall.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F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Prototyp-Status: Vollständig funktionsfähig mit OpenAI-Integration und Template-Fallback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820"/>
          </a:solidFill>
          <a:ln w="12700">
            <a:solidFill>
              <a:srgbClr val="E87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Feature-Überblick: Das 3-Spalten-Dashboard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32688"/>
            <a:ext cx="2743200" cy="3840480"/>
          </a:xfrm>
          <a:prstGeom prst="rect">
            <a:avLst/>
          </a:prstGeom>
          <a:solidFill>
            <a:srgbClr val="F8FAFB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32688"/>
            <a:ext cx="2743200" cy="457200"/>
          </a:xfrm>
          <a:prstGeom prst="rect">
            <a:avLst/>
          </a:prstGeom>
          <a:solidFill>
            <a:srgbClr val="004A7C"/>
          </a:solidFill>
          <a:ln w="12700">
            <a:solidFill>
              <a:srgbClr val="004A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96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Anfragen-Liste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192" y="1600200"/>
            <a:ext cx="128016" cy="128016"/>
          </a:xfrm>
          <a:prstGeom prst="ellipse">
            <a:avLst/>
          </a:prstGeom>
          <a:solidFill>
            <a:srgbClr val="004A7C"/>
          </a:solidFill>
          <a:ln w="12700">
            <a:solidFill>
              <a:srgbClr val="004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5270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Eingehende Anfragen mit Zähler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2212848"/>
            <a:ext cx="128016" cy="128016"/>
          </a:xfrm>
          <a:prstGeom prst="ellipse">
            <a:avLst/>
          </a:prstGeom>
          <a:solidFill>
            <a:srgbClr val="004A7C"/>
          </a:solidFill>
          <a:ln w="12700">
            <a:solidFill>
              <a:srgbClr val="004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1396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Sortierung nach Priorität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" y="2825496"/>
            <a:ext cx="128016" cy="128016"/>
          </a:xfrm>
          <a:prstGeom prst="ellipse">
            <a:avLst/>
          </a:prstGeom>
          <a:solidFill>
            <a:srgbClr val="004A7C"/>
          </a:solidFill>
          <a:ln w="12700">
            <a:solidFill>
              <a:srgbClr val="004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7523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Filter: Dringend / Mittel / Normal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" y="3438144"/>
            <a:ext cx="128016" cy="128016"/>
          </a:xfrm>
          <a:prstGeom prst="ellipse">
            <a:avLst/>
          </a:prstGeom>
          <a:solidFill>
            <a:srgbClr val="004A7C"/>
          </a:solidFill>
          <a:ln w="12700">
            <a:solidFill>
              <a:srgbClr val="004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364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Kanal-Icon, Absender, Vorschau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" y="4050792"/>
            <a:ext cx="128016" cy="128016"/>
          </a:xfrm>
          <a:prstGeom prst="ellipse">
            <a:avLst/>
          </a:prstGeom>
          <a:solidFill>
            <a:srgbClr val="004A7C"/>
          </a:solidFill>
          <a:ln w="12700">
            <a:solidFill>
              <a:srgbClr val="00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977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Beantwortete Anfragen / Archiv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36392" y="932688"/>
            <a:ext cx="2743200" cy="3840480"/>
          </a:xfrm>
          <a:prstGeom prst="rect">
            <a:avLst/>
          </a:prstGeom>
          <a:solidFill>
            <a:srgbClr val="F8FAFB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6392" y="932688"/>
            <a:ext cx="2743200" cy="4572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996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Detailansicht &amp; Chat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00984" y="1600200"/>
            <a:ext cx="128016" cy="1280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5270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Vollständige Originalanfrage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00984" y="2212848"/>
            <a:ext cx="128016" cy="1280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1396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KI-generierte Zusammenfassung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00984" y="2825496"/>
            <a:ext cx="128016" cy="1280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7523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Kanal- &amp; Prioritäts-Badge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00984" y="3438144"/>
            <a:ext cx="128016" cy="1280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364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Integriertes Chat-Interface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00984" y="4050792"/>
            <a:ext cx="128016" cy="1280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977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Empfangszeitpunkt (deutsch)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44184" y="932688"/>
            <a:ext cx="2743200" cy="3840480"/>
          </a:xfrm>
          <a:prstGeom prst="rect">
            <a:avLst/>
          </a:prstGeom>
          <a:solidFill>
            <a:srgbClr val="F8FAFB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932688"/>
            <a:ext cx="2743200" cy="457200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996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KI &amp; Aktionsplan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08776" y="1600200"/>
            <a:ext cx="128016" cy="128016"/>
          </a:xfrm>
          <a:prstGeom prst="ellipse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15270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Vorgehensplan (kategoriespezifisch)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2212848"/>
            <a:ext cx="128016" cy="128016"/>
          </a:xfrm>
          <a:prstGeom prst="ellipse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21396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Interaktive Schritt-Checkliste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08776" y="2825496"/>
            <a:ext cx="128016" cy="128016"/>
          </a:xfrm>
          <a:prstGeom prst="ellipse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27523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KI-Antwortentwurf (GPT-4o-mini)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08776" y="3438144"/>
            <a:ext cx="128016" cy="128016"/>
          </a:xfrm>
          <a:prstGeom prst="ellipse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3649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Antwort editierbar &amp; neu generierbar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08776" y="4050792"/>
            <a:ext cx="128016" cy="128016"/>
          </a:xfrm>
          <a:prstGeom prst="ellipse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977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Terminvorschlag bei Terminanfragen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A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6FB9">
              <a:alpha val="3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Intelligent. Schnell. Anpassbar.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2697480"/>
          </a:xfrm>
          <a:prstGeom prst="rect">
            <a:avLst/>
          </a:prstGeom>
          <a:solidFill>
            <a:srgbClr val="006FB9">
              <a:alpha val="25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" y="2258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" y="2715768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Antwortentwurf in Sekunden – auf Deutsch, mit dem richtigen Ton für Versicherungsmakler.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2697480"/>
          </a:xfrm>
          <a:prstGeom prst="rect">
            <a:avLst/>
          </a:prstGeom>
          <a:solidFill>
            <a:srgbClr val="006FB9">
              <a:alpha val="25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55848" y="2258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Template-Fallback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4136" y="2715768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Ohne API-Key: 8 vordefinierte Vorlagen mit automatischer Platzhalter-Befüllung ([NAME], [DATUM] …).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2697480"/>
          </a:xfrm>
          <a:prstGeom prst="rect">
            <a:avLst/>
          </a:prstGeom>
          <a:solidFill>
            <a:srgbClr val="006FB9">
              <a:alpha val="25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36208" y="2258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 editierbar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54496" y="2715768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Jeder Entwurf kann manuell angepasst und auf Knopfdruck neu generiert werden.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62272"/>
            <a:ext cx="1920240" cy="512064"/>
          </a:xfrm>
          <a:prstGeom prst="rect">
            <a:avLst/>
          </a:prstGeom>
          <a:solidFill>
            <a:srgbClr val="4DA3D9">
              <a:alpha val="20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Antwortgenerieurng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42032" y="4462272"/>
            <a:ext cx="1920240" cy="512064"/>
          </a:xfrm>
          <a:prstGeom prst="rect">
            <a:avLst/>
          </a:prstGeom>
          <a:solidFill>
            <a:srgbClr val="4DA3D9">
              <a:alpha val="20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87752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Antwort-Templates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18304" y="4462272"/>
            <a:ext cx="1920240" cy="512064"/>
          </a:xfrm>
          <a:prstGeom prst="rect">
            <a:avLst/>
          </a:prstGeom>
          <a:solidFill>
            <a:srgbClr val="4DA3D9">
              <a:alpha val="20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64024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Anfrage-Kategorien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94576" y="4462272"/>
            <a:ext cx="1920240" cy="512064"/>
          </a:xfrm>
          <a:prstGeom prst="rect">
            <a:avLst/>
          </a:prstGeom>
          <a:solidFill>
            <a:srgbClr val="4DA3D9">
              <a:alpha val="20000"/>
            </a:srgbClr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4462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0296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Kommunikationskanäle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Multi-Channel-Verwaltung &amp; Priorisierung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Unterstützte Kanäle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12064" cy="51206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99032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512064" cy="51206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03704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512064" cy="512064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0837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0723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85616"/>
            <a:ext cx="512064" cy="512064"/>
          </a:xfrm>
          <a:prstGeom prst="ellipse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1304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877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914400"/>
            <a:ext cx="0" cy="3840480"/>
          </a:xfrm>
          <a:prstGeom prst="line">
            <a:avLst/>
          </a:prstGeom>
          <a:noFill/>
          <a:ln w="19050">
            <a:solidFill>
              <a:srgbClr val="D5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Priorität nach Kategorie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256032" cy="256032"/>
          </a:xfrm>
          <a:prstGeom prst="ellipse">
            <a:avLst/>
          </a:prstGeom>
          <a:solidFill>
            <a:srgbClr val="D63535"/>
          </a:solidFill>
          <a:ln w="12700">
            <a:solidFill>
              <a:srgbClr val="D635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3716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Dringend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1371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Schadensmeldung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322576"/>
            <a:ext cx="256032" cy="256032"/>
          </a:xfrm>
          <a:prstGeom prst="ellipse">
            <a:avLst/>
          </a:prstGeom>
          <a:solidFill>
            <a:srgbClr val="E87820"/>
          </a:solidFill>
          <a:ln w="12700">
            <a:solidFill>
              <a:srgbClr val="E87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2311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Terminanfrage, Vertragsänderung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182112"/>
            <a:ext cx="256032" cy="25603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0906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3090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Allg. Frage, Dokumentenanforderung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4041648"/>
            <a:ext cx="256032" cy="256032"/>
          </a:xfrm>
          <a:prstGeom prst="ellipse">
            <a:avLst/>
          </a:prstGeom>
          <a:solidFill>
            <a:srgbClr val="6B7F92"/>
          </a:solidFill>
          <a:ln w="12700">
            <a:solidFill>
              <a:srgbClr val="6B7F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9502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9502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Kündigung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4160520"/>
            <a:ext cx="420624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D5E5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251960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💡  Prioritäten werden automatisch gesetzt – kein manuelles Eingreifen nötig.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03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Von der Anfrage bis zur Archivierung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371600"/>
            <a:ext cx="585216" cy="5852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990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" y="267004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Neue Anfrage erscheint in der Liste, priorisiert nach Kategorie.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65376" y="2948940"/>
            <a:ext cx="91440" cy="0"/>
          </a:xfrm>
          <a:prstGeom prst="line">
            <a:avLst/>
          </a:prstGeom>
          <a:noFill/>
          <a:ln w="25400">
            <a:solidFill>
              <a:srgbClr val="4DA3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1887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78024" y="1371600"/>
            <a:ext cx="585216" cy="5852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3990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84832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66544" y="267004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84832" y="310896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Makler öffnet Detail, sieht Zusammenfassung und Aktionsplan.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84448" y="2948940"/>
            <a:ext cx="91440" cy="0"/>
          </a:xfrm>
          <a:prstGeom prst="line">
            <a:avLst/>
          </a:prstGeom>
          <a:noFill/>
          <a:ln w="25400">
            <a:solidFill>
              <a:srgbClr val="4DA3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1887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97096" y="1371600"/>
            <a:ext cx="585216" cy="5852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7096" y="13990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03904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785616" y="267004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KI-Entwurf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03904" y="310896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Antwort wird automatisch generiert und kann angepasst werden.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2948940"/>
            <a:ext cx="91440" cy="0"/>
          </a:xfrm>
          <a:prstGeom prst="line">
            <a:avLst/>
          </a:prstGeom>
          <a:noFill/>
          <a:ln w="25400">
            <a:solidFill>
              <a:srgbClr val="4DA3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1887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16168" y="1371600"/>
            <a:ext cx="585216" cy="5852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13990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22976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504688" y="267004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22976" y="310896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Antwort senden: Anfrage wandert in «Beantwortet»-Bereich.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22592" y="2948940"/>
            <a:ext cx="91440" cy="0"/>
          </a:xfrm>
          <a:prstGeom prst="line">
            <a:avLst/>
          </a:prstGeom>
          <a:noFill/>
          <a:ln w="25400">
            <a:solidFill>
              <a:srgbClr val="4DA3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1188720"/>
            <a:ext cx="1554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35240" y="1371600"/>
            <a:ext cx="585216" cy="585216"/>
          </a:xfrm>
          <a:prstGeom prst="ellipse">
            <a:avLst/>
          </a:prstGeom>
          <a:solidFill>
            <a:srgbClr val="006FB9"/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13990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42048" y="2103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223760" y="267004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Archivieren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42048" y="310896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Erledigter Vorgang wird mit Bestätigung dauerhaft archiviert.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820"/>
          </a:solidFill>
          <a:ln w="12700">
            <a:solidFill>
              <a:srgbClr val="E87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Vorgehensplan &amp; Antwort-Templates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Kategorie-basierte Aktionspläne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8620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D5E5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Schadensmeldung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Schritte: Versicherer → Formulare → Dokumentation 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88620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D5E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Terminanfrage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Schritte: Kalender prüfen → Vorschlag → Bestätigung 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953512"/>
            <a:ext cx="388620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D5E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Vertragsänderung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82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Schritte: Vertrag prüfen → Antrag → Unterlagen 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58184"/>
            <a:ext cx="388620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D5E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Kündigung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087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Schritte: Fristen → Alternativangebot → Bestätigung 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914400"/>
            <a:ext cx="0" cy="3931920"/>
          </a:xfrm>
          <a:prstGeom prst="line">
            <a:avLst/>
          </a:prstGeom>
          <a:noFill/>
          <a:ln w="19050">
            <a:solidFill>
              <a:srgbClr val="D5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896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vordefinierte Antwort-Templates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35331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53312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4813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Terminbestätigung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14884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48840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22768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Schadensmeldung Eingang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94436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44368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07238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Dringender Schaden – Soforthilfe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73989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739896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8679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Dokumentenanforderung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135331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1353312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0296" y="148132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Vertragsänderung Bestätigung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214884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2148840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0296" y="22768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Allgemeine Rückfrage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12280" y="294436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12280" y="2944368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307238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Kündigungsbestätigung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12280" y="373989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12280" y="3739896"/>
            <a:ext cx="54864" cy="658368"/>
          </a:xfrm>
          <a:prstGeom prst="rect">
            <a:avLst/>
          </a:prstGeom>
          <a:solidFill>
            <a:srgbClr val="4DA3D9"/>
          </a:solidFill>
          <a:ln w="12700">
            <a:solidFill>
              <a:srgbClr val="4DA3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0296" y="386791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Versicherungsschutz Info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A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6FB9">
              <a:alpha val="60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6FB9">
              <a:alpha val="25000"/>
            </a:srgbClr>
          </a:solidFill>
          <a:ln w="12700">
            <a:solidFill>
              <a:srgbClr val="006F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D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 für den nächsten Schritt.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Prototyp vollständig funktionsfähig mit allen Kernfunktionen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KI-Antwortgenerierung via GPT-4o-mini einsatzbereit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70662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📱  Responsive Design für Desktop und Mobile vorhanden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332841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0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🚀  Grundlage für produktionsreife Neuentwicklung gelegt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133088"/>
            <a:ext cx="8138160" cy="713232"/>
          </a:xfrm>
          <a:prstGeom prst="rect">
            <a:avLst/>
          </a:prstGeom>
          <a:solidFill>
            <a:srgbClr val="E87820"/>
          </a:solidFill>
          <a:ln w="12700">
            <a:solidFill>
              <a:srgbClr val="E87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2702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Schritt: Pilot-Rollout mit 5 Maklerpartnern + Feedback-Runde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TELIS FINANZ AG – Kommunikations-Dashboard</dc:title>
  <dc:subject>PptxGenJS Presentation</dc:subject>
  <dc:creator>TELIS FINANZ AG</dc:creator>
  <cp:lastModifiedBy>TELIS FINANZ AG</cp:lastModifiedBy>
  <cp:revision>1</cp:revision>
  <dcterms:created xsi:type="dcterms:W3CDTF">2026-02-20T21:38:00Z</dcterms:created>
  <dcterms:modified xsi:type="dcterms:W3CDTF">2026-02-20T21:38:00Z</dcterms:modified>
</cp:coreProperties>
</file>