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5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1371600"/>
            <a:ext cx="5029200" cy="50292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5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TELIS FINANZ AG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Kommunikations-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9436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 · KI-Antworten · Archivierung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Prototyp-Dokumentation · Stand: 14. Februar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viele Kanäle.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Überblick.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697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Versicherungsmakler jonglieren täglich zwischen E-Mail, Telefon, WhatsApp und Instagram – ohne zentrale Übersicht, ohne Priorisierung, ohne KI-Unterstützung.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640080"/>
            <a:ext cx="1691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49240" y="640080"/>
            <a:ext cx="1691640" cy="73152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868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349240" y="16276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69480" y="640080"/>
            <a:ext cx="1691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69480" y="640080"/>
            <a:ext cx="169164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868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269480" y="16276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49240" y="2743200"/>
            <a:ext cx="1691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2743200"/>
            <a:ext cx="169164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971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349240" y="37307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69480" y="2743200"/>
            <a:ext cx="1691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69480" y="2743200"/>
            <a:ext cx="1691640" cy="7315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2971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269480" y="37307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5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Kanäle. Ein Ort.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97480" cy="283464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69748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67512" y="2816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Anfragen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Telefon, WhatsApp &amp; Instagram in einer priorisierten Listenansicht.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1568" y="1920240"/>
            <a:ext cx="2697480" cy="283464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920240"/>
            <a:ext cx="269748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2103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2816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KI-Antworten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8728" y="33375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generiert kontextbewusste Antwortvorschläge in Sekunden.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0216" y="1920240"/>
            <a:ext cx="2697480" cy="2834640"/>
          </a:xfrm>
          <a:prstGeom prst="rect">
            <a:avLst/>
          </a:prstGeom>
          <a:solidFill>
            <a:srgbClr val="FFFFFF">
              <a:alpha val="9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0216" y="1920240"/>
            <a:ext cx="269748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1031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64808" y="2816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Archiv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7376" y="33375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Kategorie-Checklisten führen durch jeden Vorgang bis zur Archivierung.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ANFRAGEN-VERWALTUNG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 auf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ersten Blick.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Dringend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Schadensmeldung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Terminanfrage · Vertragsänderung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66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Allg. Fragen · Dokumentenanforderung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256032" cy="25603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51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Kündigung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320040"/>
            <a:ext cx="3566160" cy="4572000"/>
          </a:xfrm>
          <a:prstGeom prst="rect">
            <a:avLst/>
          </a:prstGeom>
          <a:solidFill>
            <a:srgbClr val="F1F7FB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320040"/>
            <a:ext cx="3566160" cy="365760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33832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Eingehende Anfragen  (5)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76672" y="749808"/>
            <a:ext cx="786384" cy="256032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74980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27064" y="749808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74980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Dringend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077456" y="749808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74980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Mittel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927848" y="749808"/>
            <a:ext cx="78638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7848" y="74980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Normal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303520" y="1115568"/>
            <a:ext cx="3566160" cy="658368"/>
          </a:xfrm>
          <a:prstGeom prst="rect">
            <a:avLst/>
          </a:prstGeom>
          <a:solidFill>
            <a:srgbClr val="EBF5FF"/>
          </a:solidFill>
          <a:ln w="19050">
            <a:solidFill>
              <a:srgbClr val="006F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76672" y="1316736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1161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1170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Schneider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Schadensmeldung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03520" y="182880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76672" y="202996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1874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0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 Weber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21579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Terminanfrage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03520" y="2542032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76672" y="274320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14416" y="25877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943600" y="2596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Hartmann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0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Allg. Frage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03520" y="3255264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76672" y="3456432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14416" y="33009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943600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Müller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43600" y="3584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Vertragsänderung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303520" y="3968496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76672" y="4169664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14416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94360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Julia_Fitness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43600" y="42976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Allg. Frage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5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KI-ANTWORTGENERIERUNG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generiert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Sekunden.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569464"/>
            <a:ext cx="310896" cy="31089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Kategorie, Kanal &amp; Absender fließen als Kontext ein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45536"/>
            <a:ext cx="310896" cy="31089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0906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Terminvorschläge aus dem Kalender automatisch ergänzt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310896" cy="31089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66674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manuell anpassbar &amp; neu generierbar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310896" cy="31089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24281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auf Templates wenn kein API-Key vorhanden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32120" y="685800"/>
            <a:ext cx="32461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685800"/>
            <a:ext cx="3246120" cy="73152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822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KI-Antwortvorschlag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23560" y="113385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geehrter Herr Schneider,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Ihre Schadensmeldung.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haben Ihren Vorgang aufgenommen…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32120" y="2240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32120" y="2633472"/>
            <a:ext cx="3246120" cy="2103120"/>
          </a:xfrm>
          <a:prstGeom prst="rect">
            <a:avLst/>
          </a:prstGeom>
          <a:solidFill>
            <a:srgbClr val="1C3B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2633472"/>
            <a:ext cx="324612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Antwort bearbeiten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23560" y="30449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geehrter Herr Schneider,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für…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32120" y="4370832"/>
            <a:ext cx="3246120" cy="365760"/>
          </a:xfrm>
          <a:prstGeom prst="rect">
            <a:avLst/>
          </a:prstGeom>
          <a:solidFill>
            <a:srgbClr val="132B47"/>
          </a:solidFill>
          <a:ln w="12700">
            <a:solidFill>
              <a:srgbClr val="132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43708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Neu generieren           ✉️ Antworten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VORGEHENSPLAN &amp; CHECKLISTE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Anfrage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offen.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Kategorie hat einen eigenen Aktionsplan mit interaktiver Schritt-für-Schritt-Checkliste.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Fortschritt wird automatisch getrackt.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1920240" cy="502920"/>
          </a:xfrm>
          <a:prstGeom prst="rect">
            <a:avLst/>
          </a:prstGeom>
          <a:solidFill>
            <a:srgbClr val="F1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291840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Schadensmeldung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Schritte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3291840"/>
            <a:ext cx="1920240" cy="502920"/>
          </a:xfrm>
          <a:prstGeom prst="rect">
            <a:avLst/>
          </a:prstGeom>
          <a:solidFill>
            <a:srgbClr val="F1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329184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Terminanfrage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7764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Schritte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1920240" cy="502920"/>
          </a:xfrm>
          <a:prstGeom prst="rect">
            <a:avLst/>
          </a:prstGeom>
          <a:solidFill>
            <a:srgbClr val="F1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977640"/>
            <a:ext cx="54864" cy="50292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Vertragsänderung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Schritte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3977640"/>
            <a:ext cx="1920240" cy="502920"/>
          </a:xfrm>
          <a:prstGeom prst="rect">
            <a:avLst/>
          </a:prstGeom>
          <a:solidFill>
            <a:srgbClr val="F1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3977640"/>
            <a:ext cx="54864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Kündigung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Schritte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320040"/>
            <a:ext cx="3657600" cy="384048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33832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Schadensmeldung  ·  Fortschritt: 2/5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70408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704088"/>
            <a:ext cx="146304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3248" y="1380744"/>
            <a:ext cx="0" cy="38404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960120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42432" y="978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Versicherer informieren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13248" y="2185416"/>
            <a:ext cx="0" cy="38404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1764792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42432" y="1783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Schadenformulare senden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13248" y="2990088"/>
            <a:ext cx="0" cy="38404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2569464"/>
            <a:ext cx="402336" cy="40233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42432" y="2587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 dokumentieren lassen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13248" y="3794760"/>
            <a:ext cx="0" cy="38404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12080" y="3374136"/>
            <a:ext cx="402336" cy="40233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42432" y="3392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Gutachter beauftragen (falls n.)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212080" y="4178808"/>
            <a:ext cx="402336" cy="40233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742432" y="41970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 über Status informieren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ANTWORT-TEMPLATES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Vorlagen.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einsatzbereit.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03120"/>
            <a:ext cx="54864" cy="11430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Terminbestätigung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78608" y="21031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8608" y="2103120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61488" y="25786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Schadensmeldung Eingang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91456" y="21031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91456" y="2103120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74336" y="25786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Soforthilfe Schaden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04304" y="21031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04304" y="2103120"/>
            <a:ext cx="54864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87184" y="25786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Dokumentenanforderung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74720"/>
            <a:ext cx="54864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66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Vertragsänderung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78608" y="34747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78608" y="3474720"/>
            <a:ext cx="54864" cy="11430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3566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761488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Allgemeine Rückfrage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91456" y="34747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3474720"/>
            <a:ext cx="54864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3566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974336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Kündigungsbestätigung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004304" y="34747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04304" y="3474720"/>
            <a:ext cx="54864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3566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187184" y="39502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Versicherungsschutz Info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5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ARCHIVIERUNG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Anfrage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Archiv.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0"/>
            <a:ext cx="822960" cy="82296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640080" cy="0"/>
          </a:xfrm>
          <a:prstGeom prst="line">
            <a:avLst/>
          </a:prstGeom>
          <a:noFill/>
          <a:ln w="19050">
            <a:solidFill>
              <a:srgbClr val="4DA3D9"/>
            </a:solidFill>
            <a:prstDash val="sysDash"/>
          </a:ln>
        </p:spPr>
      </p:sp>
      <p:sp>
        <p:nvSpPr>
          <p:cNvPr id="8" name="Text 6"/>
          <p:cNvSpPr/>
          <p:nvPr/>
        </p:nvSpPr>
        <p:spPr>
          <a:xfrm>
            <a:off x="45720" y="3218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eingehend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83080" y="2286000"/>
            <a:ext cx="822960" cy="822960"/>
          </a:xfrm>
          <a:prstGeom prst="ellipse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06040" y="2697480"/>
            <a:ext cx="640080" cy="0"/>
          </a:xfrm>
          <a:prstGeom prst="line">
            <a:avLst/>
          </a:prstGeom>
          <a:noFill/>
          <a:ln w="19050">
            <a:solidFill>
              <a:srgbClr val="4DA3D9"/>
            </a:solidFill>
            <a:prstDash val="sysDash"/>
          </a:ln>
        </p:spPr>
      </p:sp>
      <p:sp>
        <p:nvSpPr>
          <p:cNvPr id="12" name="Text 10"/>
          <p:cNvSpPr/>
          <p:nvPr/>
        </p:nvSpPr>
        <p:spPr>
          <a:xfrm>
            <a:off x="1508760" y="3218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2286000"/>
            <a:ext cx="822960" cy="82296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069080" y="2697480"/>
            <a:ext cx="640080" cy="0"/>
          </a:xfrm>
          <a:prstGeom prst="line">
            <a:avLst/>
          </a:prstGeom>
          <a:noFill/>
          <a:ln w="19050">
            <a:solidFill>
              <a:srgbClr val="4DA3D9"/>
            </a:solidFill>
            <a:prstDash val="sysDash"/>
          </a:ln>
        </p:spPr>
      </p:sp>
      <p:sp>
        <p:nvSpPr>
          <p:cNvPr id="16" name="Text 14"/>
          <p:cNvSpPr/>
          <p:nvPr/>
        </p:nvSpPr>
        <p:spPr>
          <a:xfrm>
            <a:off x="2971800" y="3218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KI-Antwort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822960" cy="822960"/>
          </a:xfrm>
          <a:prstGeom prst="ellipse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532120" y="2697480"/>
            <a:ext cx="640080" cy="0"/>
          </a:xfrm>
          <a:prstGeom prst="line">
            <a:avLst/>
          </a:prstGeom>
          <a:noFill/>
          <a:ln w="19050">
            <a:solidFill>
              <a:srgbClr val="4DA3D9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4434840" y="3218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2286000"/>
            <a:ext cx="822960" cy="8229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995160" y="2697480"/>
            <a:ext cx="640080" cy="0"/>
          </a:xfrm>
          <a:prstGeom prst="line">
            <a:avLst/>
          </a:prstGeom>
          <a:noFill/>
          <a:ln w="19050">
            <a:solidFill>
              <a:srgbClr val="4DA3D9"/>
            </a:solidFill>
            <a:prstDash val="sysDash"/>
          </a:ln>
        </p:spPr>
      </p:sp>
      <p:sp>
        <p:nvSpPr>
          <p:cNvPr id="24" name="Text 22"/>
          <p:cNvSpPr/>
          <p:nvPr/>
        </p:nvSpPr>
        <p:spPr>
          <a:xfrm>
            <a:off x="5897880" y="3218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35240" y="2286000"/>
            <a:ext cx="822960" cy="82296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60920" y="3218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Vorgang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archivieren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251960"/>
            <a:ext cx="4206240" cy="548640"/>
          </a:xfrm>
          <a:prstGeom prst="rect">
            <a:avLst/>
          </a:prstGeom>
          <a:solidFill>
            <a:srgbClr val="006FB9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68880" y="4251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Vorgang erfolgreich archiviert  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MOBILE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Identity.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 auf jedem Gerät.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2304288"/>
            <a:ext cx="274320" cy="27432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2402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TELIS Corporate Blue – #006FB9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52928"/>
            <a:ext cx="274320" cy="27432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7889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 · CSS Custom Properties als Design-Tokens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01568"/>
            <a:ext cx="274320" cy="27432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3375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ab 1024px → Mobile Bottom-Nav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950208"/>
            <a:ext cx="274320" cy="27432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88620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Animationen: FadeIn, SlideIn, Pulse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498848"/>
            <a:ext cx="274320" cy="27432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44348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Spaltenbreiten stufenlos per Drag anpassbar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457200"/>
            <a:ext cx="749808" cy="2194560"/>
          </a:xfrm>
          <a:prstGeom prst="rect">
            <a:avLst/>
          </a:prstGeom>
          <a:solidFill>
            <a:srgbClr val="00356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269748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#004A7C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82512" y="457200"/>
            <a:ext cx="749808" cy="2194560"/>
          </a:xfrm>
          <a:prstGeom prst="rect">
            <a:avLst/>
          </a:prstGeom>
          <a:solidFill>
            <a:srgbClr val="006FB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69748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#006FB9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78624" y="457200"/>
            <a:ext cx="749808" cy="2194560"/>
          </a:xfrm>
          <a:prstGeom prst="rect">
            <a:avLst/>
          </a:prstGeom>
          <a:solidFill>
            <a:srgbClr val="4DA3D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269748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#4DA3D9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74736" y="457200"/>
            <a:ext cx="749808" cy="2194560"/>
          </a:xfrm>
          <a:prstGeom prst="rect">
            <a:avLst/>
          </a:prstGeom>
          <a:solidFill>
            <a:srgbClr val="D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1584" y="269748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#DBF0FF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77840" y="3337560"/>
            <a:ext cx="3291840" cy="1554480"/>
          </a:xfrm>
          <a:prstGeom prst="rect">
            <a:avLst/>
          </a:prstGeom>
          <a:solidFill>
            <a:srgbClr val="F1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617720"/>
            <a:ext cx="3291840" cy="274320"/>
          </a:xfrm>
          <a:prstGeom prst="rect">
            <a:avLst/>
          </a:prstGeom>
          <a:solidFill>
            <a:srgbClr val="003566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Mobile-Layout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46360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      Aktuell      Templates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97880" y="3749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03720" y="3749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909560" y="3749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Modern. Leichtgewichtig.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Framework.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13432"/>
            <a:ext cx="320040" cy="32004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13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(ES Modules)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542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Framework · Direktes DOM-Rendering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807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108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Dev-Server mit HMR · Produktions-Build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320040" cy="32004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3741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675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Design-Token-System · BEM-Naming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14216"/>
            <a:ext cx="320040" cy="32004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941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2428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Max 500 Tokens · Temp 0.7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81144"/>
            <a:ext cx="320040" cy="320040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81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507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8097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persistent im Browser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1280160"/>
            <a:ext cx="1051560" cy="20116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5087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5760720" y="237744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31152" y="1280160"/>
            <a:ext cx="1051560" cy="20116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15087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000" dirty="0"/>
          </a:p>
        </p:txBody>
      </p:sp>
      <p:sp>
        <p:nvSpPr>
          <p:cNvPr id="30" name="Text 28"/>
          <p:cNvSpPr/>
          <p:nvPr/>
        </p:nvSpPr>
        <p:spPr>
          <a:xfrm>
            <a:off x="6931152" y="237744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01584" y="1280160"/>
            <a:ext cx="1051560" cy="20116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01584" y="15087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000" dirty="0"/>
          </a:p>
        </p:txBody>
      </p:sp>
      <p:sp>
        <p:nvSpPr>
          <p:cNvPr id="33" name="Text 31"/>
          <p:cNvSpPr/>
          <p:nvPr/>
        </p:nvSpPr>
        <p:spPr>
          <a:xfrm>
            <a:off x="8101584" y="237744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kanäle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5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1097280"/>
            <a:ext cx="5029200" cy="50292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TELIS FINANZ AG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Kommunikations-Dashboard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926080" y="2578608"/>
            <a:ext cx="3291840" cy="0"/>
          </a:xfrm>
          <a:prstGeom prst="line">
            <a:avLst/>
          </a:prstGeom>
          <a:noFill/>
          <a:ln w="25400">
            <a:solidFill>
              <a:srgbClr val="006F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Prototyp-Dokumentation  ·  Stand: 14. Februar 2026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· Vite 7 · OpenAI GPT-4o-mini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25880" y="3703320"/>
            <a:ext cx="210312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Anfragen-Verwaltung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3703320"/>
            <a:ext cx="210312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KI-Antworten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3703320"/>
            <a:ext cx="210312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Vorgehensplan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25880" y="4087368"/>
            <a:ext cx="210312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0873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4 Kanäle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11880" y="4087368"/>
            <a:ext cx="210312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40873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8 Templates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4087368"/>
            <a:ext cx="210312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40873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Archivierung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TELIS FINANZ AG – Kommunikations-Dashboard</dc:title>
  <dc:subject>PptxGenJS Presentation</dc:subject>
  <dc:creator>TELIS FINANZ AG</dc:creator>
  <cp:lastModifiedBy>TELIS FINANZ AG</cp:lastModifiedBy>
  <cp:revision>1</cp:revision>
  <dcterms:created xsi:type="dcterms:W3CDTF">2026-02-21T08:19:17Z</dcterms:created>
  <dcterms:modified xsi:type="dcterms:W3CDTF">2026-02-21T08:19:17Z</dcterms:modified>
</cp:coreProperties>
</file>